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平面假设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截面在变形后仍保持为平面。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正应力公式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sigma = M*y / I</a:t>
            </a:r>
          </a:p>
          <a:p>
            <a:r>
              <a:t>需要结合截面几何性质理解。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