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25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30352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3272F"/>
                </a:solidFill>
                <a:latin typeface="Microsoft YaHe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680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570"/>
                </a:solidFill>
                <a:latin typeface="Microsoft YaHei"/>
              </a:rPr>
              <a:t>Lesson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148840" cy="4526280"/>
          </a:xfrm>
          <a:prstGeom prst="roundRect">
            <a:avLst/>
          </a:prstGeom>
          <a:solidFill>
            <a:srgbClr val="0D2F47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45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Microsoft YaHe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171907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Microsoft YaHei"/>
              </a:rPr>
              <a:t>Lesson roadmap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536192"/>
            <a:ext cx="3977639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00984" y="1792224"/>
            <a:ext cx="384048" cy="384048"/>
          </a:xfrm>
          <a:prstGeom prst="ellipse">
            <a:avLst/>
          </a:prstGeom>
          <a:solidFill>
            <a:srgbClr val="125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0984" y="1810512"/>
            <a:ext cx="3840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1719072"/>
            <a:ext cx="313639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3272F"/>
                </a:solidFill>
                <a:latin typeface="Microsoft YaHei"/>
              </a:rPr>
              <a:t>Part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536192"/>
            <a:ext cx="3977639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71231" y="1792224"/>
            <a:ext cx="384048" cy="384048"/>
          </a:xfrm>
          <a:prstGeom prst="ellipse">
            <a:avLst/>
          </a:prstGeom>
          <a:solidFill>
            <a:srgbClr val="125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1" y="1810512"/>
            <a:ext cx="3840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5" y="1719072"/>
            <a:ext cx="313639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3272F"/>
                </a:solidFill>
                <a:latin typeface="Microsoft YaHei"/>
              </a:rPr>
              <a:t>Part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2779776"/>
            <a:ext cx="3977639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00984" y="3035808"/>
            <a:ext cx="384048" cy="384048"/>
          </a:xfrm>
          <a:prstGeom prst="ellipse">
            <a:avLst/>
          </a:prstGeom>
          <a:solidFill>
            <a:srgbClr val="125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00984" y="3054096"/>
            <a:ext cx="3840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2962656"/>
            <a:ext cx="313639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3272F"/>
                </a:solidFill>
                <a:latin typeface="Microsoft YaHei"/>
              </a:rPr>
              <a:t>Part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4927" y="2779776"/>
            <a:ext cx="3977639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71231" y="3035808"/>
            <a:ext cx="384048" cy="384048"/>
          </a:xfrm>
          <a:prstGeom prst="ellipse">
            <a:avLst/>
          </a:prstGeom>
          <a:solidFill>
            <a:srgbClr val="125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1" y="3054096"/>
            <a:ext cx="3840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5" y="2962656"/>
            <a:ext cx="313639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3272F"/>
                </a:solidFill>
                <a:latin typeface="Microsoft YaHei"/>
              </a:rPr>
              <a:t>Part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17920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B6570"/>
                </a:solidFill>
                <a:latin typeface="Microsoft YaHei"/>
              </a:rPr>
              <a:t>Source: n/a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199632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570"/>
                </a:solidFill>
                <a:latin typeface="Microsoft YaHei"/>
              </a:rPr>
              <a:t>1/3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25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30352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3272F"/>
                </a:solidFill>
                <a:latin typeface="Microsoft YaHei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680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570"/>
                </a:solidFill>
                <a:latin typeface="Microsoft YaHei"/>
              </a:rPr>
              <a:t>Execution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136392" y="2542032"/>
            <a:ext cx="310896" cy="73152"/>
          </a:xfrm>
          <a:prstGeom prst="rect">
            <a:avLst/>
          </a:prstGeom>
          <a:solidFill>
            <a:srgbClr val="E1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82496" y="1444752"/>
            <a:ext cx="384048" cy="384048"/>
          </a:xfrm>
          <a:prstGeom prst="ellipse">
            <a:avLst/>
          </a:prstGeom>
          <a:solidFill>
            <a:srgbClr val="125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82496" y="1463040"/>
            <a:ext cx="3840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65960"/>
            <a:ext cx="2423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85416"/>
            <a:ext cx="209397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3272F"/>
                </a:solidFill>
                <a:latin typeface="Microsoft YaHei"/>
              </a:rPr>
              <a:t>Collect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542032"/>
            <a:ext cx="310896" cy="73152"/>
          </a:xfrm>
          <a:prstGeom prst="rect">
            <a:avLst/>
          </a:prstGeom>
          <a:solidFill>
            <a:srgbClr val="E1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89704" y="1444752"/>
            <a:ext cx="384048" cy="384048"/>
          </a:xfrm>
          <a:prstGeom prst="ellipse">
            <a:avLst/>
          </a:prstGeom>
          <a:solidFill>
            <a:srgbClr val="125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1463040"/>
            <a:ext cx="3840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965960"/>
            <a:ext cx="2423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2185416"/>
            <a:ext cx="209397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3272F"/>
                </a:solidFill>
                <a:latin typeface="Microsoft YaHei"/>
              </a:rPr>
              <a:t>Clean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0808" y="2542032"/>
            <a:ext cx="310896" cy="73152"/>
          </a:xfrm>
          <a:prstGeom prst="rect">
            <a:avLst/>
          </a:prstGeom>
          <a:solidFill>
            <a:srgbClr val="E1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96912" y="1444752"/>
            <a:ext cx="384048" cy="384048"/>
          </a:xfrm>
          <a:prstGeom prst="ellipse">
            <a:avLst/>
          </a:prstGeom>
          <a:solidFill>
            <a:srgbClr val="125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463040"/>
            <a:ext cx="3840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1965960"/>
            <a:ext cx="2423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185416"/>
            <a:ext cx="209397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3272F"/>
                </a:solidFill>
                <a:latin typeface="Microsoft YaHei"/>
              </a:rPr>
              <a:t>Analyze</a:t>
            </a:r>
          </a:p>
        </p:txBody>
      </p:sp>
      <p:sp>
        <p:nvSpPr>
          <p:cNvPr id="20" name="Oval 19"/>
          <p:cNvSpPr/>
          <p:nvPr/>
        </p:nvSpPr>
        <p:spPr>
          <a:xfrm>
            <a:off x="10104120" y="1444752"/>
            <a:ext cx="384048" cy="384048"/>
          </a:xfrm>
          <a:prstGeom prst="ellipse">
            <a:avLst/>
          </a:prstGeom>
          <a:solidFill>
            <a:srgbClr val="125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20" y="1463040"/>
            <a:ext cx="3840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34856" y="1965960"/>
            <a:ext cx="2423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2185416"/>
            <a:ext cx="209397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3272F"/>
                </a:solidFill>
                <a:latin typeface="Microsoft YaHei"/>
              </a:rPr>
              <a:t>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93192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041648"/>
            <a:ext cx="104150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2F47"/>
                </a:solidFill>
                <a:latin typeface="Microsoft YaHei"/>
              </a:rPr>
              <a:t>Process cue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297680"/>
            <a:ext cx="104150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570"/>
                </a:solidFill>
                <a:latin typeface="Microsoft YaHei"/>
              </a:rPr>
              <a:t>Execution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217920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B6570"/>
                </a:solidFill>
                <a:latin typeface="Microsoft YaHei"/>
              </a:rPr>
              <a:t>Source: n/a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199632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570"/>
                </a:solidFill>
                <a:latin typeface="Microsoft YaHei"/>
              </a:rPr>
              <a:t>2/3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25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30352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3272F"/>
                </a:solidFill>
                <a:latin typeface="Microsoft YaHe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680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570"/>
                </a:solidFill>
                <a:latin typeface="Microsoft YaHei"/>
              </a:rPr>
              <a:t>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10744200" cy="868680"/>
          </a:xfrm>
          <a:prstGeom prst="roundRect">
            <a:avLst/>
          </a:prstGeom>
          <a:solidFill>
            <a:srgbClr val="E1EFF7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2F47"/>
                </a:solidFill>
                <a:latin typeface="Microsoft YaHei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52349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3272F"/>
                </a:solidFill>
                <a:latin typeface="Microsoft YaHei"/>
              </a:rPr>
              <a:t>- Point A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3272F"/>
                </a:solidFill>
                <a:latin typeface="Microsoft YaHei"/>
              </a:rPr>
              <a:t>- Point B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3272F"/>
                </a:solidFill>
                <a:latin typeface="Microsoft YaHei"/>
              </a:rPr>
              <a:t>- Point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57900" y="2697480"/>
            <a:ext cx="52349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3272F"/>
                </a:solidFill>
                <a:latin typeface="Microsoft YaHei"/>
              </a:rPr>
              <a:t>- Point D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3272F"/>
                </a:solidFill>
                <a:latin typeface="Microsoft YaHei"/>
              </a:rPr>
              <a:t>- Point 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532120"/>
            <a:ext cx="10744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5641848"/>
            <a:ext cx="104150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2F47"/>
                </a:solidFill>
                <a:latin typeface="Microsoft YaHei"/>
              </a:rPr>
              <a:t>Wrap-up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897880"/>
            <a:ext cx="104150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570"/>
                </a:solidFill>
                <a:latin typeface="Microsoft YaHei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17920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B6570"/>
                </a:solidFill>
                <a:latin typeface="Microsoft YaHei"/>
              </a:rPr>
              <a:t>Source: n/a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199632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570"/>
                </a:solidFill>
                <a:latin typeface="Microsoft YaHei"/>
              </a:rPr>
              <a:t>3/3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Specialized layouts</dc:title>
  <dc:subject>ChaoxingAgent generated presentation</dc:subject>
  <dc:creator>ChaoxingAgent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