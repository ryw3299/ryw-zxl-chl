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25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30352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3272F"/>
                </a:solidFill>
                <a:latin typeface="Microsoft YaHei"/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680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570"/>
                </a:solidFill>
                <a:latin typeface="Microsoft YaHei"/>
              </a:rPr>
              <a:t>Source PPT preview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36192"/>
            <a:ext cx="54864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00784"/>
            <a:ext cx="5120640" cy="36484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3272F"/>
                </a:solidFill>
                <a:latin typeface="Microsoft YaHei"/>
              </a:rPr>
              <a:t>Example visual</a:t>
            </a:r>
            <a:br/>
            <a:r>
              <a:t>No extracted image</a:t>
            </a:r>
            <a:br/>
            <a:r>
              <a:t>LibreOffice unavailable for PPT preview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536192"/>
            <a:ext cx="4983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1112" y="1645920"/>
            <a:ext cx="46542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2F47"/>
                </a:solidFill>
                <a:latin typeface="Microsoft YaHei"/>
              </a:rPr>
              <a:t>Case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1112" y="1901952"/>
            <a:ext cx="46542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570"/>
                </a:solidFill>
                <a:latin typeface="Microsoft YaHei"/>
              </a:rPr>
              <a:t>Source PPT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697480"/>
            <a:ext cx="49834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3272F"/>
                </a:solidFill>
                <a:latin typeface="Microsoft YaHei"/>
              </a:rPr>
              <a:t>- Case context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3272F"/>
                </a:solidFill>
                <a:latin typeface="Microsoft YaHei"/>
              </a:rPr>
              <a:t>- Key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596128"/>
            <a:ext cx="10744200" cy="347472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5669280"/>
            <a:ext cx="10451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570"/>
                </a:solidFill>
                <a:latin typeface="Microsoft YaHei"/>
              </a:rPr>
              <a:t>Source pages: page_1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217920"/>
            <a:ext cx="10241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B6570"/>
                </a:solidFill>
                <a:latin typeface="Microsoft YaHei"/>
              </a:rPr>
              <a:t>Source: page_1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199632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B6570"/>
                </a:solidFill>
                <a:latin typeface="Microsoft YaHei"/>
              </a:rPr>
              <a:t>1/1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Preview warning</dc:title>
  <dc:subject>ChaoxingAgent generated presentation</dc:subject>
  <dc:creator>ChaoxingAgent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