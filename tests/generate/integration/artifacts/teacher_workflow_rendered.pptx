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平面假设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3272F"/>
                </a:solidFill>
                <a:latin typeface="Microsoft YaHei"/>
              </a:rPr>
              <a:t>- 平面假设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40680"/>
            <a:ext cx="11064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550408"/>
            <a:ext cx="10735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Teaching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806440"/>
            <a:ext cx="10735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Structured summary for 平面假设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page_1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应力与应变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3272F"/>
                </a:solidFill>
                <a:latin typeface="Microsoft YaHei"/>
              </a:rPr>
              <a:t>- 应力与应变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40680"/>
            <a:ext cx="11064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550408"/>
            <a:ext cx="107350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Teaching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806440"/>
            <a:ext cx="10735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Structured summary for 应力与应变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page_2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Lesson</dc:title>
  <dc:subject>ChaoxingAgent generated presentation</dc:subject>
  <dc:creator>ChaoxingAgent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