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Renderer test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C8C8C8"/>
                </a:solidFill>
                <a:latin typeface="Microsoft YaHei"/>
              </a:rPr>
              <a:t>Intro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5487" y="4754880"/>
            <a:ext cx="2743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52647" y="4937760"/>
            <a:ext cx="365760" cy="365760"/>
          </a:xfrm>
          <a:prstGeom prst="ellipse">
            <a:avLst/>
          </a:prstGeom>
          <a:solidFill>
            <a:srgbClr val="D66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2647" y="495604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4127" y="49377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72F"/>
                </a:solidFill>
                <a:latin typeface="Microsoft YaHei"/>
              </a:rPr>
              <a:t>Topic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4754880"/>
            <a:ext cx="2743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0167" y="4937760"/>
            <a:ext cx="365760" cy="365760"/>
          </a:xfrm>
          <a:prstGeom prst="ellipse">
            <a:avLst/>
          </a:prstGeom>
          <a:solidFill>
            <a:srgbClr val="D66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0167" y="495604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647" y="49377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72F"/>
                </a:solidFill>
                <a:latin typeface="Microsoft YaHei"/>
              </a:rPr>
              <a:t>Topic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17920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B6570"/>
                </a:solidFill>
                <a:latin typeface="Microsoft YaHei"/>
              </a:rPr>
              <a:t>Source: page_1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199632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570"/>
                </a:solidFill>
                <a:latin typeface="Microsoft YaHei"/>
              </a:rPr>
              <a:t>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Core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257800"/>
            <a:ext cx="67665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5367528"/>
            <a:ext cx="64373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2F47"/>
                </a:solidFill>
                <a:latin typeface="Microsoft YaHei"/>
              </a:rPr>
              <a:t>Teaching cue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23560"/>
            <a:ext cx="6437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570"/>
                </a:solidFill>
                <a:latin typeface="Microsoft YaHei"/>
              </a:rPr>
              <a:t>Concept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766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3272F"/>
                </a:solidFill>
                <a:latin typeface="Microsoft YaHei"/>
              </a:rPr>
              <a:t>- Definition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72F"/>
                </a:solidFill>
                <a:latin typeface="Microsoft YaHei"/>
              </a:rPr>
              <a:t>- Scope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72F"/>
                </a:solidFill>
                <a:latin typeface="Microsoft YaHei"/>
              </a:rPr>
              <a:t>- Caution</a:t>
            </a:r>
          </a:p>
        </p:txBody>
      </p:sp>
      <p:pic>
        <p:nvPicPr>
          <p:cNvPr id="8" name="Picture 7" descr="renderer_source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188720"/>
            <a:ext cx="438912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217920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B6570"/>
                </a:solidFill>
                <a:latin typeface="Microsoft YaHei"/>
              </a:rPr>
              <a:t>Source: page_2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199632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570"/>
                </a:solidFill>
                <a:latin typeface="Microsoft YaHei"/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Renderer test deck</dc:title>
  <dc:subject>ChaoxingAgent generated presentation</dc:subject>
  <dc:creator>ChaoxingAgent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